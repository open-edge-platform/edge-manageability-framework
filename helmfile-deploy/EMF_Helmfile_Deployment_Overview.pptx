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C9B0"/>
                </a:solidFill>
              </a:defRPr>
            </a:pPr>
            <a:r>
              <a:t>EMF Helmfile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On-Premises Deployment with Helmfile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Edge Manageability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What is Helmfile?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▸ Declarative tool that manages multiple Helm releases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One YAML file defines all charts, values, and dependencies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Deploys charts in correct order based on needs: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 operators → infra → TLS → database → platform → services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defRPr sz="1800" b="1">
                <a:solidFill>
                  <a:srgbClr val="4EC9B0"/>
                </a:solidFill>
              </a:defRPr>
            </a:pPr>
            <a:r>
              <a:t>Why Helmfile over ArgoCD / plain Helm?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Single source of truth — helmfile.yaml.gotmpl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Reproducible — same env file = same result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Built-in diff — preview changes before applying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No GitOps server needed — runs from CLI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Profile support — toggle features per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Project Structure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post-orch/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post-orch.env             — all config variables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post-orch-setup.sh      — prepare cluster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post-orch-deploy.sh    — deploy/uninstall/diff/list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helmfile.yaml.gotmpl  — release definitions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functions.sh                — shared helpers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environments/             — profile feature toggles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values/                        — per-chart Helm values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hooks/                         — post-sync hooks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logs/                            — auto-saved deploy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Configuration — post-orch.env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Required Variables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EMF_HELMFILE_ENV      onprem-eim  or  onprem-vpro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EMF_CLUSTER_DOMAIN  cluster domain (e.g. kind.internal)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EMF_REGISTRY               container/chart registry URL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EMF_TRAEFIK_IP            static IP for Traefik LB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EMF_HAPROXY_IP          static IP for HAProxy LB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EMF_STORAGE_CLASS    e.g. openebs-hostpath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2000" b="1">
                <a:solidFill>
                  <a:srgbClr val="4EC9B0"/>
                </a:solidFill>
              </a:defRPr>
            </a:pPr>
            <a:r>
              <a:t>Optional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BBBBBB"/>
                </a:solidFill>
              </a:defRPr>
            </a:pPr>
            <a:r>
              <a:t>EMF_HTTP_PROXY / EMF_NO_PROXY</a:t>
            </a:r>
          </a:p>
          <a:p>
            <a:pPr>
              <a:spcBef>
                <a:spcPts val="600"/>
              </a:spcBef>
              <a:defRPr sz="1600" b="0">
                <a:solidFill>
                  <a:srgbClr val="BBBBBB"/>
                </a:solidFill>
              </a:defRPr>
            </a:pPr>
            <a:r>
              <a:t>EMF_ENABLE_ISTIO / EMF_ENABLE_KYVERNO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Profiles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onprem-eim  (44 releases)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Full deployment — platform, edge infra,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OS provisioning, vPro/AMT, Web UI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onprem-vpro  (40 releases)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Lightweight — vPro management only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No Web UI, no OS provisioning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2000" b="1">
                <a:solidFill>
                  <a:srgbClr val="4EC9B0"/>
                </a:solidFill>
              </a:defRPr>
            </a:pPr>
            <a:r>
              <a:t>Feature Toggles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Each chart has an enabled flag in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environments/&lt;profile&gt;-features.yaml.gotmpl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</a:defRPr>
            </a:pPr>
            <a:r>
              <a:t>→ Easy to enable/disable individual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How to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3 Steps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1.  Edit configuration</a:t>
            </a:r>
          </a:p>
          <a:p>
            <a:pPr>
              <a:spcBef>
                <a:spcPts val="600"/>
              </a:spcBef>
              <a:defRPr sz="1600" b="0">
                <a:solidFill>
                  <a:srgbClr val="BBBBBB"/>
                </a:solidFill>
              </a:defRPr>
            </a:pPr>
            <a:r>
              <a:t>    $ vi post-orch.env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2.  Prepare the cluster</a:t>
            </a:r>
          </a:p>
          <a:p>
            <a:pPr>
              <a:spcBef>
                <a:spcPts val="600"/>
              </a:spcBef>
              <a:defRPr sz="1600" b="0">
                <a:solidFill>
                  <a:srgbClr val="BBBBBB"/>
                </a:solidFill>
              </a:defRPr>
            </a:pPr>
            <a:r>
              <a:t>    $ ./post-orch-setup.sh install</a:t>
            </a:r>
          </a:p>
          <a:p>
            <a:pPr>
              <a:spcBef>
                <a:spcPts val="600"/>
              </a:spcBef>
              <a:defRPr sz="1400" b="0">
                <a:solidFill>
                  <a:srgbClr val="BBBBBB"/>
                </a:solidFill>
              </a:defRPr>
            </a:pPr>
            <a:r>
              <a:t>    Creates namespaces, generates passwords, seeds secrets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3.  Deploy</a:t>
            </a:r>
          </a:p>
          <a:p>
            <a:pPr>
              <a:spcBef>
                <a:spcPts val="600"/>
              </a:spcBef>
              <a:defRPr sz="1600" b="0">
                <a:solidFill>
                  <a:srgbClr val="BBBBBB"/>
                </a:solidFill>
              </a:defRPr>
            </a:pPr>
            <a:r>
              <a:t>    $ ./post-orch-deploy.sh install</a:t>
            </a:r>
          </a:p>
          <a:p>
            <a:pPr>
              <a:spcBef>
                <a:spcPts val="600"/>
              </a:spcBef>
              <a:defRPr sz="1400" b="0">
                <a:solidFill>
                  <a:srgbClr val="BBBBBB"/>
                </a:solidFill>
              </a:defRPr>
            </a:pPr>
            <a:r>
              <a:t>    Deploys all charts sequentially in dependency order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4EC9B0"/>
                </a:solidFill>
              </a:defRPr>
            </a:pPr>
            <a:r>
              <a:t>That's it!  Safe to rerun — fully idempotent.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Helmfile Features Used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needs:  — dependency ordering between charts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condition:  — enable/disable charts per profile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hooks:  — post-sync scripts (DB password sync,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 connection-string updates, pod restarts)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environments:  — profile-specific values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gotmpl values:  — dynamic values from env vars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diff:  — preview changes before applying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2000" b="1">
                <a:solidFill>
                  <a:srgbClr val="4EC9B0"/>
                </a:solidFill>
              </a:defRPr>
            </a:pPr>
            <a:r>
              <a:t>Error Recovery (built-in)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▸ Stale Jobs auto-deleted before each sync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▸ Failed releases auto-rolled back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▸ Pending releases auto-uninstalled for clean retry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Common Commands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./post-orch-deploy.sh install</a:t>
            </a:r>
          </a:p>
          <a:p>
            <a:pPr>
              <a:spcBef>
                <a:spcPts val="600"/>
              </a:spcBef>
              <a:defRPr sz="1400" b="0">
                <a:solidFill>
                  <a:srgbClr val="BBBBBB"/>
                </a:solidFill>
              </a:defRPr>
            </a:pPr>
            <a:r>
              <a:t>  Deploy all charts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./post-orch-deploy.sh install &lt;chart&gt;</a:t>
            </a:r>
          </a:p>
          <a:p>
            <a:pPr>
              <a:spcBef>
                <a:spcPts val="600"/>
              </a:spcBef>
              <a:defRPr sz="1400" b="0">
                <a:solidFill>
                  <a:srgbClr val="BBBBBB"/>
                </a:solidFill>
              </a:defRPr>
            </a:pPr>
            <a:r>
              <a:t>  Deploy a single chart (great for debugging)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./post-orch-deploy.sh diff</a:t>
            </a:r>
          </a:p>
          <a:p>
            <a:pPr>
              <a:spcBef>
                <a:spcPts val="600"/>
              </a:spcBef>
              <a:defRPr sz="1400" b="0">
                <a:solidFill>
                  <a:srgbClr val="BBBBBB"/>
                </a:solidFill>
              </a:defRPr>
            </a:pPr>
            <a:r>
              <a:t>  Preview changes without applying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./post-orch-deploy.sh list</a:t>
            </a:r>
          </a:p>
          <a:p>
            <a:pPr>
              <a:spcBef>
                <a:spcPts val="600"/>
              </a:spcBef>
              <a:defRPr sz="1400" b="0">
                <a:solidFill>
                  <a:srgbClr val="BBBBBB"/>
                </a:solidFill>
              </a:defRPr>
            </a:pPr>
            <a:r>
              <a:t>  Show all releases and status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./post-orch-deploy.sh uninstall</a:t>
            </a:r>
          </a:p>
          <a:p>
            <a:pPr>
              <a:spcBef>
                <a:spcPts val="600"/>
              </a:spcBef>
              <a:defRPr sz="1400" b="0">
                <a:solidFill>
                  <a:srgbClr val="BBBBBB"/>
                </a:solidFill>
              </a:defRPr>
            </a:pPr>
            <a:r>
              <a:t>  Tear down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</a:defRPr>
            </a:pPr>
            <a:r>
              <a:t>Troubleshooting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Deploy single chart for detailed output: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./post-orch-deploy.sh install platform-keycloak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Check failed releases: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helm list -A -a | grep failed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View pod status: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kubectl get pods -n orch-platform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▸ Logs auto-saved:</a:t>
            </a:r>
          </a:p>
          <a:p>
            <a:pPr>
              <a:spcBef>
                <a:spcPts val="600"/>
              </a:spcBef>
              <a:defRPr sz="1500" b="0">
                <a:solidFill>
                  <a:srgbClr val="BBBBBB"/>
                </a:solidFill>
              </a:defRPr>
            </a:pPr>
            <a:r>
              <a:t>  ls -lt logs/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2000"/>
              </a:spcBef>
              <a:defRPr sz="2800" b="1">
                <a:solidFill>
                  <a:srgbClr val="4EC9B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